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udent" initials="s" lastIdx="1" clrIdx="0">
    <p:extLst>
      <p:ext uri="{19B8F6BF-5375-455C-9EA6-DF929625EA0E}">
        <p15:presenceInfo xmlns:p15="http://schemas.microsoft.com/office/powerpoint/2012/main" userId="studen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79" autoAdjust="0"/>
    <p:restoredTop sz="94660"/>
  </p:normalViewPr>
  <p:slideViewPr>
    <p:cSldViewPr snapToGrid="0">
      <p:cViewPr>
        <p:scale>
          <a:sx n="80" d="100"/>
          <a:sy n="80" d="100"/>
        </p:scale>
        <p:origin x="1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9-08T07:58:19.217" idx="1">
    <p:pos x="10" y="10"/>
    <p:text/>
    <p:extLst>
      <p:ext uri="{C676402C-5697-4E1C-873F-D02D1690AC5C}">
        <p15:threadingInfo xmlns:p15="http://schemas.microsoft.com/office/powerpoint/2012/main" timeZoneBias="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0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7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22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5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2707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7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18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2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9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3898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5031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675408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7648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96864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671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259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639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9/10/2023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77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FCF542-17B4-4FDE-B9B6-0E7DE36AB9BB}"/>
              </a:ext>
            </a:extLst>
          </p:cNvPr>
          <p:cNvSpPr txBox="1"/>
          <p:nvPr/>
        </p:nvSpPr>
        <p:spPr>
          <a:xfrm>
            <a:off x="1168400" y="699532"/>
            <a:ext cx="4927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lgerian" panose="04020705040A02060702" pitchFamily="82" charset="0"/>
              </a:rPr>
              <a:t>Welcome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0EEDE-CD45-4070-9EEA-32F56B6EEC53}"/>
              </a:ext>
            </a:extLst>
          </p:cNvPr>
          <p:cNvSpPr txBox="1"/>
          <p:nvPr/>
        </p:nvSpPr>
        <p:spPr>
          <a:xfrm>
            <a:off x="5075655" y="2413337"/>
            <a:ext cx="274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0478E4-8710-4C4B-9ECA-04A6065E1C1E}"/>
              </a:ext>
            </a:extLst>
          </p:cNvPr>
          <p:cNvSpPr txBox="1"/>
          <p:nvPr/>
        </p:nvSpPr>
        <p:spPr>
          <a:xfrm>
            <a:off x="761332" y="4799569"/>
            <a:ext cx="109855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Emergency </a:t>
            </a:r>
            <a:r>
              <a:rPr lang="en-US" dirty="0"/>
              <a:t> </a:t>
            </a:r>
            <a:r>
              <a:rPr lang="en-US" sz="6000" dirty="0">
                <a:latin typeface="Algerian" panose="04020705040A02060702" pitchFamily="82" charset="0"/>
              </a:rPr>
              <a:t>Medical </a:t>
            </a:r>
            <a:r>
              <a:rPr lang="en-US" dirty="0"/>
              <a:t> </a:t>
            </a:r>
            <a:r>
              <a:rPr lang="en-US" sz="6000" dirty="0">
                <a:latin typeface="Algerian" panose="04020705040A02060702" pitchFamily="82" charset="0"/>
              </a:rPr>
              <a:t>Center</a:t>
            </a:r>
            <a:r>
              <a:rPr lang="en-US" dirty="0"/>
              <a:t> </a:t>
            </a:r>
          </a:p>
          <a:p>
            <a:endParaRPr lang="en-US" sz="6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836F2-50B7-4696-BB44-1313507D1D84}"/>
              </a:ext>
            </a:extLst>
          </p:cNvPr>
          <p:cNvSpPr txBox="1"/>
          <p:nvPr/>
        </p:nvSpPr>
        <p:spPr>
          <a:xfrm>
            <a:off x="10502900" y="3302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925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2C6B-6449-4842-8E6D-A30ACFC06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u="sng" dirty="0">
                <a:latin typeface="Algerian" panose="04020705040A02060702" pitchFamily="82" charset="0"/>
              </a:rPr>
              <a:t>Project</a:t>
            </a:r>
            <a:r>
              <a:rPr lang="en-US" sz="7200" dirty="0"/>
              <a:t> </a:t>
            </a:r>
            <a:r>
              <a:rPr lang="en-US" sz="7200" u="sng" dirty="0">
                <a:latin typeface="Algerian" panose="04020705040A02060702" pitchFamily="82" charset="0"/>
              </a:rPr>
              <a:t>Made</a:t>
            </a:r>
            <a:r>
              <a:rPr lang="en-US" sz="7200" dirty="0"/>
              <a:t> </a:t>
            </a:r>
            <a:r>
              <a:rPr lang="en-US" sz="7200" u="sng" dirty="0">
                <a:latin typeface="Algerian" panose="04020705040A02060702" pitchFamily="82" charset="0"/>
              </a:rPr>
              <a:t>By</a:t>
            </a:r>
            <a:r>
              <a:rPr lang="en-US" sz="7200" dirty="0"/>
              <a:t> 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8979E-8B3A-4DA2-A4DE-34946529C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2" y="2040218"/>
            <a:ext cx="8946541" cy="4195481"/>
          </a:xfrm>
        </p:spPr>
        <p:txBody>
          <a:bodyPr/>
          <a:lstStyle/>
          <a:p>
            <a:r>
              <a:rPr lang="en-US" sz="4000" dirty="0">
                <a:latin typeface="Arial Narrow" panose="020B0606020202030204" pitchFamily="34" charset="0"/>
              </a:rPr>
              <a:t>Tayyab Naseem.</a:t>
            </a:r>
          </a:p>
          <a:p>
            <a:r>
              <a:rPr lang="en-US" sz="4000" dirty="0">
                <a:latin typeface="Arial Narrow" panose="020B0606020202030204" pitchFamily="34" charset="0"/>
              </a:rPr>
              <a:t>Aliza Ghulam Hussain .</a:t>
            </a:r>
          </a:p>
          <a:p>
            <a:r>
              <a:rPr lang="en-US" sz="4000" dirty="0" err="1">
                <a:latin typeface="Arial Narrow" panose="020B0606020202030204" pitchFamily="34" charset="0"/>
              </a:rPr>
              <a:t>Muznah</a:t>
            </a:r>
            <a:r>
              <a:rPr lang="en-US" sz="4000" dirty="0">
                <a:latin typeface="Arial Narrow" panose="020B0606020202030204" pitchFamily="34" charset="0"/>
              </a:rPr>
              <a:t> Rehman</a:t>
            </a:r>
            <a:r>
              <a:rPr lang="en-US" dirty="0">
                <a:latin typeface="Algerian" panose="04020705040A02060702" pitchFamily="82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331E6C-F4A0-4B92-96E3-CA635C77CA87}"/>
              </a:ext>
            </a:extLst>
          </p:cNvPr>
          <p:cNvSpPr txBox="1"/>
          <p:nvPr/>
        </p:nvSpPr>
        <p:spPr>
          <a:xfrm>
            <a:off x="1397000" y="5207000"/>
            <a:ext cx="904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4">
                    <a:lumMod val="50000"/>
                  </a:schemeClr>
                </a:solidFill>
                <a:latin typeface="Britannic Bold" panose="020B0903060703020204" pitchFamily="34" charset="0"/>
              </a:rPr>
              <a:t>Mentor : Sir Hammad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3B004-3898-4DFE-86AB-1CC38BBC1C8A}"/>
              </a:ext>
            </a:extLst>
          </p:cNvPr>
          <p:cNvSpPr txBox="1"/>
          <p:nvPr/>
        </p:nvSpPr>
        <p:spPr>
          <a:xfrm>
            <a:off x="10439400" y="292100"/>
            <a:ext cx="59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263726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6422-418D-4939-A89D-567A9C05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1" y="198718"/>
            <a:ext cx="9404723" cy="1934882"/>
          </a:xfrm>
        </p:spPr>
        <p:txBody>
          <a:bodyPr/>
          <a:lstStyle/>
          <a:p>
            <a:r>
              <a:rPr lang="en-US" sz="4800" u="sng" dirty="0">
                <a:solidFill>
                  <a:schemeClr val="tx1"/>
                </a:solidFill>
                <a:latin typeface="Algerian" panose="04020705040A02060702" pitchFamily="82" charset="0"/>
              </a:rPr>
              <a:t>Introduction</a:t>
            </a:r>
            <a:r>
              <a:rPr lang="en-US" sz="6600" dirty="0">
                <a:latin typeface="Algerian" panose="04020705040A02060702" pitchFamily="82" charset="0"/>
              </a:rPr>
              <a:t>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6D4B61-1985-483A-9067-519532DF4CD4}"/>
              </a:ext>
            </a:extLst>
          </p:cNvPr>
          <p:cNvSpPr txBox="1"/>
          <p:nvPr/>
        </p:nvSpPr>
        <p:spPr>
          <a:xfrm>
            <a:off x="760411" y="4305300"/>
            <a:ext cx="11177589" cy="2353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3D075D-8618-4A4D-B3FA-8DC44B475BDE}"/>
              </a:ext>
            </a:extLst>
          </p:cNvPr>
          <p:cNvSpPr txBox="1"/>
          <p:nvPr/>
        </p:nvSpPr>
        <p:spPr>
          <a:xfrm>
            <a:off x="760411" y="1752600"/>
            <a:ext cx="111775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Our website represent the coronavirus  . Where patients  easily book appointments and take vaccination from nearby hospitals . And this website allow hospitals to summarize the reports  to generate the reports and approved vaccination of the user 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B86A6-7325-4DD4-900C-CC8CEA241647}"/>
              </a:ext>
            </a:extLst>
          </p:cNvPr>
          <p:cNvSpPr txBox="1"/>
          <p:nvPr/>
        </p:nvSpPr>
        <p:spPr>
          <a:xfrm>
            <a:off x="860422" y="3873500"/>
            <a:ext cx="110886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have admin panel on this website which fetch the patients details and generate the reports as per the daily status of vaccination and approved the patients status.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C5D45E-AAAD-43D4-93E8-6E5A10C2322B}"/>
              </a:ext>
            </a:extLst>
          </p:cNvPr>
          <p:cNvSpPr txBox="1"/>
          <p:nvPr/>
        </p:nvSpPr>
        <p:spPr>
          <a:xfrm>
            <a:off x="10541000" y="3048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44245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C595-728A-476D-A2AA-5BFEAFD48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105" y="1700971"/>
            <a:ext cx="3748695" cy="6604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 Black" panose="02070A03080606020203" pitchFamily="18" charset="0"/>
              </a:rPr>
              <a:t>Admin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5C629-F7AC-4710-9291-8E9F8455F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105" y="2976366"/>
            <a:ext cx="8946541" cy="4195481"/>
          </a:xfrm>
        </p:spPr>
        <p:txBody>
          <a:bodyPr/>
          <a:lstStyle/>
          <a:p>
            <a:r>
              <a:rPr lang="en-US" dirty="0"/>
              <a:t>Admin can view all patients details .</a:t>
            </a:r>
          </a:p>
          <a:p>
            <a:r>
              <a:rPr lang="en-US" dirty="0"/>
              <a:t>Admin can view the availability of vaccination .</a:t>
            </a:r>
          </a:p>
          <a:p>
            <a:r>
              <a:rPr lang="en-US" dirty="0"/>
              <a:t>Admin can view the hospital details.</a:t>
            </a:r>
          </a:p>
          <a:p>
            <a:r>
              <a:rPr lang="en-US" dirty="0"/>
              <a:t>Admin can view the booking details from patient side for booking corona test results.</a:t>
            </a:r>
          </a:p>
          <a:p>
            <a:r>
              <a:rPr lang="en-US" dirty="0"/>
              <a:t>Admin can approve hospitals login.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F945E-BC19-4A77-BDED-7809BE781CD3}"/>
              </a:ext>
            </a:extLst>
          </p:cNvPr>
          <p:cNvSpPr txBox="1"/>
          <p:nvPr/>
        </p:nvSpPr>
        <p:spPr>
          <a:xfrm>
            <a:off x="863600" y="652343"/>
            <a:ext cx="96047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latin typeface="Algerian" panose="04020705040A02060702" pitchFamily="82" charset="0"/>
              </a:rPr>
              <a:t>Functional Requirements / Specification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BEC09-CB16-4147-B87E-AB8CC938EB92}"/>
              </a:ext>
            </a:extLst>
          </p:cNvPr>
          <p:cNvSpPr txBox="1"/>
          <p:nvPr/>
        </p:nvSpPr>
        <p:spPr>
          <a:xfrm>
            <a:off x="10506446" y="406400"/>
            <a:ext cx="46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0660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7996-D9F4-4102-B64A-296AB1E4D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721660"/>
            <a:ext cx="3976688" cy="1083982"/>
          </a:xfrm>
        </p:spPr>
        <p:txBody>
          <a:bodyPr/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Hospitals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CD0EB-715F-468F-B242-19E14A3EF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029" y="2144059"/>
            <a:ext cx="8946541" cy="4195481"/>
          </a:xfrm>
        </p:spPr>
        <p:txBody>
          <a:bodyPr/>
          <a:lstStyle/>
          <a:p>
            <a:r>
              <a:rPr lang="en-US" dirty="0"/>
              <a:t>Hospitals will  update the patient’s  results.</a:t>
            </a:r>
          </a:p>
          <a:p>
            <a:r>
              <a:rPr lang="en-US" dirty="0"/>
              <a:t>Hospital can approve or reject the patients appointment.</a:t>
            </a:r>
          </a:p>
          <a:p>
            <a:r>
              <a:rPr lang="en-US" dirty="0"/>
              <a:t>Hospital can only see those patients who book their appointments on a particular hospitals. </a:t>
            </a:r>
          </a:p>
          <a:p>
            <a:r>
              <a:rPr lang="en-US" dirty="0"/>
              <a:t>Hospitals will  update the patient’s vaccination status.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056F6-52C3-44F9-8303-64B176B48B5A}"/>
              </a:ext>
            </a:extLst>
          </p:cNvPr>
          <p:cNvSpPr txBox="1"/>
          <p:nvPr/>
        </p:nvSpPr>
        <p:spPr>
          <a:xfrm>
            <a:off x="10553700" y="152400"/>
            <a:ext cx="52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3328510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4F0B-E097-4D9A-A35D-67322CF7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1" y="554319"/>
            <a:ext cx="3746500" cy="817281"/>
          </a:xfrm>
        </p:spPr>
        <p:txBody>
          <a:bodyPr/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ahnschrift SemiBold SemiConden" panose="020B0502040204020203" pitchFamily="34" charset="0"/>
              </a:rPr>
              <a:t>Patients: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D4123-CAA8-4EF2-B0C0-4E131709B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1" y="1866900"/>
            <a:ext cx="8946541" cy="4195481"/>
          </a:xfrm>
        </p:spPr>
        <p:txBody>
          <a:bodyPr/>
          <a:lstStyle/>
          <a:p>
            <a:r>
              <a:rPr lang="en-US" dirty="0"/>
              <a:t>Patients can book their appointments.</a:t>
            </a:r>
          </a:p>
          <a:p>
            <a:r>
              <a:rPr lang="en-US" dirty="0"/>
              <a:t>Patients can apply for vaccination and </a:t>
            </a:r>
            <a:r>
              <a:rPr lang="en-US" dirty="0" err="1"/>
              <a:t>Covid</a:t>
            </a:r>
            <a:r>
              <a:rPr lang="en-US" dirty="0"/>
              <a:t> test.</a:t>
            </a:r>
          </a:p>
          <a:p>
            <a:r>
              <a:rPr lang="en-US" dirty="0"/>
              <a:t>Patients can see their results of </a:t>
            </a:r>
            <a:r>
              <a:rPr lang="en-US" dirty="0" err="1"/>
              <a:t>Covid</a:t>
            </a:r>
            <a:r>
              <a:rPr lang="en-US" dirty="0"/>
              <a:t> test and taken vaccination, they can also see their vaccination suggestions provided by hospitals .</a:t>
            </a:r>
          </a:p>
          <a:p>
            <a:r>
              <a:rPr lang="en-US" dirty="0"/>
              <a:t>Patients can see the list of all hospitals and also each hospitals address and timing .</a:t>
            </a:r>
          </a:p>
          <a:p>
            <a:r>
              <a:rPr lang="en-US" dirty="0"/>
              <a:t>Patients can also cancel their </a:t>
            </a:r>
            <a:r>
              <a:rPr lang="en-US" dirty="0" err="1"/>
              <a:t>panding</a:t>
            </a:r>
            <a:r>
              <a:rPr lang="en-US" dirty="0"/>
              <a:t> appointments.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ACC7F-9253-472E-B5DB-EDEF8CD4BD6E}"/>
              </a:ext>
            </a:extLst>
          </p:cNvPr>
          <p:cNvSpPr txBox="1"/>
          <p:nvPr/>
        </p:nvSpPr>
        <p:spPr>
          <a:xfrm>
            <a:off x="10575758" y="445168"/>
            <a:ext cx="445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30674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CE48-F5AC-4C74-A472-7702E5A5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989104-FB5B-4AE6-93B8-A396F158F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17230" y="0"/>
            <a:ext cx="12309230" cy="6857999"/>
          </a:xfrm>
        </p:spPr>
      </p:pic>
    </p:spTree>
    <p:extLst>
      <p:ext uri="{BB962C8B-B14F-4D97-AF65-F5344CB8AC3E}">
        <p14:creationId xmlns:p14="http://schemas.microsoft.com/office/powerpoint/2010/main" val="305958199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04B8-5D1A-4CE4-8DF7-BA28DE5F3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EEE47E-8509-43C4-A179-FDA934066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7570" y="-181708"/>
            <a:ext cx="12285785" cy="7221415"/>
          </a:xfrm>
        </p:spPr>
      </p:pic>
    </p:spTree>
    <p:extLst>
      <p:ext uri="{BB962C8B-B14F-4D97-AF65-F5344CB8AC3E}">
        <p14:creationId xmlns:p14="http://schemas.microsoft.com/office/powerpoint/2010/main" val="280021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25F0-50B5-4F60-BEEA-A1AA4D4F3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558E2F-6410-44A0-BBE5-9021EEABB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55730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E10D6-3DE8-4CBC-8BA5-0F1381976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612FE6-6B7A-40B0-971F-64EABFD31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7231"/>
            <a:ext cx="12192000" cy="6658707"/>
          </a:xfrm>
        </p:spPr>
      </p:pic>
    </p:spTree>
    <p:extLst>
      <p:ext uri="{BB962C8B-B14F-4D97-AF65-F5344CB8AC3E}">
        <p14:creationId xmlns:p14="http://schemas.microsoft.com/office/powerpoint/2010/main" val="4034962374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1E0F0-5EBD-4F46-A66C-72BB0F27C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251963-116D-4391-9B88-8D8682D8E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85" y="175846"/>
            <a:ext cx="12004430" cy="6600092"/>
          </a:xfrm>
        </p:spPr>
      </p:pic>
    </p:spTree>
    <p:extLst>
      <p:ext uri="{BB962C8B-B14F-4D97-AF65-F5344CB8AC3E}">
        <p14:creationId xmlns:p14="http://schemas.microsoft.com/office/powerpoint/2010/main" val="130727799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57B6-0DEB-49CC-A6C8-FDB47906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9BC269-5987-4CDD-970B-DCB1C6865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3785"/>
            <a:ext cx="12191999" cy="6670430"/>
          </a:xfrm>
        </p:spPr>
      </p:pic>
    </p:spTree>
    <p:extLst>
      <p:ext uri="{BB962C8B-B14F-4D97-AF65-F5344CB8AC3E}">
        <p14:creationId xmlns:p14="http://schemas.microsoft.com/office/powerpoint/2010/main" val="244633911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71AE-8042-45E6-837B-52CA2334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83625F-7DE1-476A-8B08-D02FA69DF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46263301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3AB0E-160B-451E-8256-B9901F80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D6E128-A39C-4A8B-BB23-F0489A81D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98269" y="0"/>
            <a:ext cx="12290269" cy="6858000"/>
          </a:xfrm>
        </p:spPr>
      </p:pic>
    </p:spTree>
    <p:extLst>
      <p:ext uri="{BB962C8B-B14F-4D97-AF65-F5344CB8AC3E}">
        <p14:creationId xmlns:p14="http://schemas.microsoft.com/office/powerpoint/2010/main" val="217584315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0219-9624-4460-8E8C-7F2A6552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277" y="2319618"/>
            <a:ext cx="9404723" cy="1400530"/>
          </a:xfrm>
        </p:spPr>
        <p:txBody>
          <a:bodyPr/>
          <a:lstStyle/>
          <a:p>
            <a:r>
              <a:rPr lang="en-US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Britannic Bold" panose="020B0903060703020204" pitchFamily="34" charset="0"/>
              </a:rPr>
              <a:t>Thankyou….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B0FA8-7391-44F2-B0C6-C8B9115CFE78}"/>
              </a:ext>
            </a:extLst>
          </p:cNvPr>
          <p:cNvSpPr txBox="1"/>
          <p:nvPr/>
        </p:nvSpPr>
        <p:spPr>
          <a:xfrm>
            <a:off x="10515600" y="190500"/>
            <a:ext cx="49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531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281</TotalTime>
  <Words>255</Words>
  <Application>Microsoft Office PowerPoint</Application>
  <PresentationFormat>Widescreen</PresentationFormat>
  <Paragraphs>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Algerian</vt:lpstr>
      <vt:lpstr>Arial</vt:lpstr>
      <vt:lpstr>Arial Black</vt:lpstr>
      <vt:lpstr>Arial Narrow</vt:lpstr>
      <vt:lpstr>Bahnschrift SemiBold SemiConden</vt:lpstr>
      <vt:lpstr>Bodoni MT Black</vt:lpstr>
      <vt:lpstr>Britannic Bold</vt:lpstr>
      <vt:lpstr>Candara</vt:lpstr>
      <vt:lpstr>Wingdings 3</vt:lpstr>
      <vt:lpstr>Ion</vt:lpstr>
      <vt:lpstr>PowerPoint Presentation</vt:lpstr>
      <vt:lpstr>Project Made By :</vt:lpstr>
      <vt:lpstr>Introduction :</vt:lpstr>
      <vt:lpstr>Admin :</vt:lpstr>
      <vt:lpstr>Hospitals :</vt:lpstr>
      <vt:lpstr>Patients: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A-L-I-Z-A</cp:lastModifiedBy>
  <cp:revision>27</cp:revision>
  <dcterms:created xsi:type="dcterms:W3CDTF">2023-09-08T11:27:22Z</dcterms:created>
  <dcterms:modified xsi:type="dcterms:W3CDTF">2023-09-10T16:08:00Z</dcterms:modified>
</cp:coreProperties>
</file>